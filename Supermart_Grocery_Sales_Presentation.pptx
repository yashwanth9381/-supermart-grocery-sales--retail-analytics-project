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6726063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7" y="4243845"/>
            <a:ext cx="2307831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6726064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6833787" y="2590078"/>
            <a:ext cx="2307832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0242" y="2733709"/>
            <a:ext cx="6069268" cy="1373070"/>
          </a:xfrm>
        </p:spPr>
        <p:txBody>
          <a:bodyPr anchor="b">
            <a:noAutofit/>
          </a:bodyPr>
          <a:lstStyle>
            <a:lvl1pPr algn="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241" y="4394040"/>
            <a:ext cx="6108101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55655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1" y="5936189"/>
            <a:ext cx="402166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399" y="2750337"/>
            <a:ext cx="1370293" cy="1356442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553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8" name="Picture 2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9" name="Picture 2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0" name="Rectangle 2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Rectangle 3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877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2728432"/>
            <a:ext cx="9161969" cy="1677035"/>
            <a:chOff x="0" y="2895600"/>
            <a:chExt cx="9161969" cy="1677035"/>
          </a:xfrm>
        </p:grpSpPr>
        <p:pic>
          <p:nvPicPr>
            <p:cNvPr id="19" name="Picture 1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0" name="Picture 1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1" name="Rectangle 2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2869895"/>
            <a:ext cx="688915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1639" y="4232172"/>
            <a:ext cx="688915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65810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0" y="5936189"/>
            <a:ext cx="483467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56438" y="286989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1899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753228"/>
            <a:ext cx="688739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2336873"/>
            <a:ext cx="3357899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61128" y="2336873"/>
            <a:ext cx="3359661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054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9" name="Picture 2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0" name="Picture 2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1" name="Rectangle 3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Rectangle 3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30"/>
            <a:ext cx="6896534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0988" y="2336874"/>
            <a:ext cx="3145080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1638" y="3030009"/>
            <a:ext cx="336704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82646" y="2336873"/>
            <a:ext cx="3145527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61129" y="3030009"/>
            <a:ext cx="3367044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306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6" name="Picture 15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7" name="Picture 16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8" name="Rectangle 17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413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HD-ShadowShort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71"/>
          <a:stretch/>
        </p:blipFill>
        <p:spPr>
          <a:xfrm>
            <a:off x="7717217" y="1973262"/>
            <a:ext cx="1444752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710769" y="609600"/>
            <a:ext cx="1433231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455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7"/>
            <a:ext cx="6896534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4385" y="2336874"/>
            <a:ext cx="3913788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2336873"/>
            <a:ext cx="2796240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317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10956" y="2336874"/>
            <a:ext cx="3917217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2336874"/>
            <a:ext cx="2798487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660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3" y="4711617"/>
            <a:ext cx="6894770" cy="544482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1639" y="609598"/>
            <a:ext cx="6896534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5256098"/>
            <a:ext cx="6894772" cy="54781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310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219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2" name="Picture 21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3" name="Picture 22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4" name="Rectangle 23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55" y="609597"/>
            <a:ext cx="6896534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889151" cy="1101764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61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8175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30" name="Picture 29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1" name="Picture 30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2" name="Rectangle 31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921" y="616983"/>
            <a:ext cx="642514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89438" y="3660763"/>
            <a:ext cx="5987731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903919" cy="1101764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270932" y="748116"/>
            <a:ext cx="5334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191" y="2998573"/>
            <a:ext cx="457200" cy="5847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513856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3" name="Picture 22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4" name="Picture 23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5" name="Rectangle 24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8" y="4710340"/>
            <a:ext cx="6896534" cy="5898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9" y="5300150"/>
            <a:ext cx="6896534" cy="51195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5191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32629" y="2329489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39777" y="3015290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8413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2879710" y="3007906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26136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233520" y="3007905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4888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35" name="Picture 34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6" name="Picture 35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7" name="Rectangle 36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8" name="Rectangle 37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32391" y="4297503"/>
            <a:ext cx="21922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32391" y="2336873"/>
            <a:ext cx="2192257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32391" y="4873765"/>
            <a:ext cx="219225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0497" y="4297503"/>
            <a:ext cx="221507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870497" y="2336873"/>
            <a:ext cx="221507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2869483" y="4873764"/>
            <a:ext cx="2218004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31028" y="4297503"/>
            <a:ext cx="219433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231027" y="2336873"/>
            <a:ext cx="2194333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230934" y="4873762"/>
            <a:ext cx="2197239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1630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7" name="Picture 16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8" name="Picture 17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9" name="Rectangle 18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19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1386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 rot="5400000">
            <a:off x="4575305" y="2747178"/>
            <a:ext cx="6862555" cy="1368199"/>
            <a:chOff x="2281445" y="609600"/>
            <a:chExt cx="6862555" cy="1368199"/>
          </a:xfrm>
        </p:grpSpPr>
        <p:sp>
          <p:nvSpPr>
            <p:cNvPr id="12" name="Rectangle 11"/>
            <p:cNvSpPr/>
            <p:nvPr/>
          </p:nvSpPr>
          <p:spPr bwMode="ltGray">
            <a:xfrm>
              <a:off x="2281445" y="609601"/>
              <a:ext cx="5285695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7710769" y="609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64798" y="609597"/>
            <a:ext cx="1069602" cy="446193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241" y="609598"/>
            <a:ext cx="6576359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29144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0241" y="5936189"/>
            <a:ext cx="451895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31152" y="5432500"/>
            <a:ext cx="1149636" cy="1273100"/>
          </a:xfrm>
        </p:spPr>
        <p:txBody>
          <a:bodyPr anchor="t"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200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James\Desktop\msft\Berlin\build Assets\hashOverlaySD-FullResolve.png"/>
          <p:cNvPicPr>
            <a:picLocks noChangeAspect="1" noChangeArrowheads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68580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2336873"/>
            <a:ext cx="6887389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5936189"/>
            <a:ext cx="48346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007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Supermart</a:t>
            </a:r>
            <a:r>
              <a:rPr dirty="0"/>
              <a:t> Grocery Sales - Retail Analytics</a:t>
            </a:r>
          </a:p>
          <a:p>
            <a:endParaRPr dirty="0"/>
          </a:p>
          <a:p>
            <a:r>
              <a:rPr dirty="0"/>
              <a:t>Goal: Analyze sales &amp; profit data to find insights and improve business performance.</a:t>
            </a:r>
          </a:p>
          <a:p>
            <a:r>
              <a:rPr dirty="0"/>
              <a:t>Tools: Excel, Python, GitHub</a:t>
            </a:r>
          </a:p>
          <a:p>
            <a:r>
              <a:rPr dirty="0"/>
              <a:t>Duration: </a:t>
            </a:r>
            <a:r>
              <a:rPr lang="en-US" dirty="0"/>
              <a:t>1 week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Supermart needs insights into which categories and regions drive profit.</a:t>
            </a:r>
          </a:p>
          <a:p>
            <a:r>
              <a:t>Objectives:</a:t>
            </a:r>
          </a:p>
          <a:p>
            <a:r>
              <a:t>- Identify top categories/regions</a:t>
            </a:r>
          </a:p>
          <a:p>
            <a:r>
              <a:t>- Study discount impact</a:t>
            </a:r>
          </a:p>
          <a:p>
            <a:r>
              <a:t>- Detect trends</a:t>
            </a:r>
          </a:p>
          <a:p>
            <a:r>
              <a:t>- Improve margins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Records: ~9,994 | Columns: 16</a:t>
            </a:r>
          </a:p>
          <a:p>
            <a:endParaRPr dirty="0"/>
          </a:p>
          <a:p>
            <a:r>
              <a:rPr dirty="0"/>
              <a:t>Key Columns:</a:t>
            </a:r>
          </a:p>
          <a:p>
            <a:r>
              <a:rPr dirty="0"/>
              <a:t>- </a:t>
            </a:r>
            <a:r>
              <a:rPr dirty="0" err="1"/>
              <a:t>Order_ID</a:t>
            </a:r>
            <a:r>
              <a:rPr dirty="0"/>
              <a:t>, Category, </a:t>
            </a:r>
            <a:r>
              <a:rPr dirty="0" err="1"/>
              <a:t>Sub_Category</a:t>
            </a:r>
            <a:endParaRPr dirty="0"/>
          </a:p>
          <a:p>
            <a:r>
              <a:rPr dirty="0"/>
              <a:t>- City, State, Region</a:t>
            </a:r>
          </a:p>
          <a:p>
            <a:r>
              <a:rPr dirty="0"/>
              <a:t>- Sales, Profit, Discount</a:t>
            </a:r>
          </a:p>
          <a:p>
            <a:r>
              <a:rPr dirty="0"/>
              <a:t>- Derived: Year, Month, Day, Profit Margin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Excel 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Steps:</a:t>
            </a:r>
          </a:p>
          <a:p>
            <a:r>
              <a:t>1. Standardized dates</a:t>
            </a:r>
          </a:p>
          <a:p>
            <a:r>
              <a:t>2. Removed duplicates</a:t>
            </a:r>
          </a:p>
          <a:p>
            <a:r>
              <a:t>3. Created derived columns (Year, Month, Day)</a:t>
            </a:r>
          </a:p>
          <a:p>
            <a:r>
              <a:t>4. Validated Sales, Profit, Discount</a:t>
            </a:r>
          </a:p>
          <a:p>
            <a:r>
              <a:t>5. Added Profit Margin %</a:t>
            </a:r>
          </a:p>
          <a:p>
            <a:endParaRPr/>
          </a:p>
          <a:p>
            <a:r>
              <a:t>Output: Clean dataset 'Supermart_Grocery_Sales_Cleaned.xlsx'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Excel Dashboard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KPIs: Total Sales, Profit, Discount %, Profit Margin</a:t>
            </a:r>
          </a:p>
          <a:p>
            <a:r>
              <a:t>Charts:</a:t>
            </a:r>
          </a:p>
          <a:p>
            <a:r>
              <a:t>- Monthly Sales Trend</a:t>
            </a:r>
          </a:p>
          <a:p>
            <a:r>
              <a:t>- Category Performance</a:t>
            </a:r>
          </a:p>
          <a:p>
            <a:r>
              <a:t>- Regional Comparison</a:t>
            </a:r>
          </a:p>
          <a:p>
            <a:r>
              <a:t>Insights:</a:t>
            </a:r>
          </a:p>
          <a:p>
            <a:r>
              <a:t>- West leads in sales</a:t>
            </a:r>
          </a:p>
          <a:p>
            <a:r>
              <a:t>- Beverages &amp; Snacks perform best</a:t>
            </a:r>
          </a:p>
          <a:p>
            <a:r>
              <a:t>- High discounts reduce margin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EDA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Performed in Jupyter Notebook</a:t>
            </a:r>
          </a:p>
          <a:p>
            <a:r>
              <a:t>Steps:</a:t>
            </a:r>
          </a:p>
          <a:p>
            <a:r>
              <a:t>- Imported cleaned data</a:t>
            </a:r>
          </a:p>
          <a:p>
            <a:r>
              <a:t>- Checked missing values</a:t>
            </a:r>
          </a:p>
          <a:p>
            <a:r>
              <a:t>- Correlation between Sales, Profit, Discount</a:t>
            </a:r>
          </a:p>
          <a:p>
            <a:r>
              <a:t>- Visualized trends</a:t>
            </a:r>
          </a:p>
          <a:p>
            <a:r>
              <a:t>Libraries: pandas, numpy, seaborn, matplotlib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Insights &amp; Visuals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Findings:</a:t>
            </a:r>
          </a:p>
          <a:p>
            <a:r>
              <a:t>- March &amp; December highest sales</a:t>
            </a:r>
          </a:p>
          <a:p>
            <a:r>
              <a:t>- South region lower margins</a:t>
            </a:r>
          </a:p>
          <a:p>
            <a:r>
              <a:t>- High discounts reduce profit</a:t>
            </a:r>
          </a:p>
          <a:p>
            <a:r>
              <a:t>Visuals:</a:t>
            </a:r>
          </a:p>
          <a:p>
            <a:r>
              <a:t>- Monthly trend</a:t>
            </a:r>
          </a:p>
          <a:p>
            <a:r>
              <a:t>- Category &amp; Region comparisons</a:t>
            </a:r>
          </a:p>
          <a:p>
            <a:r>
              <a:t>- Discount vs Profit scatter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Peak Months: March &amp; December</a:t>
            </a:r>
          </a:p>
          <a:p>
            <a:r>
              <a:t>High Discounts: Profit drop beyond 15%</a:t>
            </a:r>
          </a:p>
          <a:p>
            <a:r>
              <a:t>Top Region: West</a:t>
            </a:r>
          </a:p>
          <a:p>
            <a:r>
              <a:t>Underperforming: Dairy &amp; Vegetables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Excel - Cleaning, Dashboard</a:t>
            </a:r>
          </a:p>
          <a:p>
            <a:r>
              <a:rPr dirty="0"/>
              <a:t>Python - EDA, Visualization</a:t>
            </a:r>
          </a:p>
          <a:p>
            <a:r>
              <a:rPr dirty="0" err="1"/>
              <a:t>Jupyter</a:t>
            </a:r>
            <a:r>
              <a:rPr dirty="0"/>
              <a:t> - Notebook reporting</a:t>
            </a:r>
          </a:p>
          <a:p>
            <a:r>
              <a:rPr dirty="0"/>
              <a:t>GitHub - Version control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Delivered:</a:t>
            </a:r>
          </a:p>
          <a:p>
            <a:r>
              <a:t>- Profitable categories identified</a:t>
            </a:r>
          </a:p>
          <a:p>
            <a:r>
              <a:t>- Forecast base created</a:t>
            </a:r>
          </a:p>
          <a:p>
            <a:r>
              <a:t>- Discount inefficiency uncovered</a:t>
            </a:r>
          </a:p>
          <a:p>
            <a:r>
              <a:t>Impact: +10–12% profit improvement potential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Learnings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Learnings:</a:t>
            </a:r>
          </a:p>
          <a:p>
            <a:r>
              <a:rPr dirty="0"/>
              <a:t>- Excel automation</a:t>
            </a:r>
          </a:p>
          <a:p>
            <a:r>
              <a:rPr dirty="0"/>
              <a:t>- Python EDA</a:t>
            </a:r>
          </a:p>
          <a:p>
            <a:r>
              <a:rPr dirty="0"/>
              <a:t>- Data visualization storytelling</a:t>
            </a:r>
          </a:p>
          <a:p>
            <a:r>
              <a:rPr dirty="0"/>
              <a:t>Future:</a:t>
            </a:r>
          </a:p>
          <a:p>
            <a:r>
              <a:rPr dirty="0"/>
              <a:t>- Forecast model</a:t>
            </a:r>
          </a:p>
          <a:p>
            <a:r>
              <a:rPr dirty="0"/>
              <a:t>- Self-service analytics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Transformed raw data into insights.</a:t>
            </a:r>
          </a:p>
          <a:p>
            <a:r>
              <a:t>Excel + Python improved decision-making accuracy.</a:t>
            </a:r>
          </a:p>
          <a:p>
            <a:r>
              <a:t>Takeaway: Data-driven insights enhance profitability.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2336873"/>
            <a:ext cx="8374930" cy="3599316"/>
          </a:xfrm>
        </p:spPr>
        <p:txBody>
          <a:bodyPr/>
          <a:lstStyle/>
          <a:p>
            <a:r>
              <a:rPr dirty="0"/>
              <a:t>Author: Yaswanth </a:t>
            </a:r>
            <a:r>
              <a:rPr dirty="0" err="1"/>
              <a:t>R</a:t>
            </a:r>
            <a:r>
              <a:rPr lang="en-US" dirty="0" err="1"/>
              <a:t>osannagari</a:t>
            </a:r>
            <a:endParaRPr dirty="0"/>
          </a:p>
          <a:p>
            <a:r>
              <a:rPr dirty="0"/>
              <a:t>Email: </a:t>
            </a:r>
            <a:r>
              <a:rPr lang="en-US" dirty="0"/>
              <a:t>yaswanth8460@gamil</a:t>
            </a:r>
            <a:r>
              <a:rPr dirty="0"/>
              <a:t>.com</a:t>
            </a:r>
          </a:p>
          <a:p>
            <a:r>
              <a:rPr dirty="0"/>
              <a:t>LinkedIn: </a:t>
            </a:r>
            <a:r>
              <a:rPr lang="en-IN" dirty="0"/>
              <a:t>https://www.linkedin.com/in/yashwanthrosannagari123/</a:t>
            </a:r>
            <a:endParaRPr dirty="0"/>
          </a:p>
          <a:p>
            <a:r>
              <a:rPr dirty="0"/>
              <a:t>GitHub:</a:t>
            </a:r>
            <a:r>
              <a:rPr lang="en-IN" dirty="0"/>
              <a:t>https://github.com/yashwanth9381/-Supermart-Grocery-Sales--Retail-Analytics-Project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 Quote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“Without data, you're just another person with an opinion.” – W. Edwards Deming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5</TotalTime>
  <Words>456</Words>
  <Application>Microsoft Office PowerPoint</Application>
  <PresentationFormat>On-screen Show (4:3)</PresentationFormat>
  <Paragraphs>92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Trebuchet MS</vt:lpstr>
      <vt:lpstr>Berlin</vt:lpstr>
      <vt:lpstr>Project Overview</vt:lpstr>
      <vt:lpstr>Business Problem</vt:lpstr>
      <vt:lpstr>Dataset Summary</vt:lpstr>
      <vt:lpstr>Excel Data Cleaning</vt:lpstr>
      <vt:lpstr>Excel Dashboard Highlights</vt:lpstr>
      <vt:lpstr>Python EDA</vt:lpstr>
      <vt:lpstr>Python Insights &amp; Visuals</vt:lpstr>
      <vt:lpstr>Key Insights Summary</vt:lpstr>
      <vt:lpstr>Tools &amp; Technology</vt:lpstr>
      <vt:lpstr>Business Outcomes</vt:lpstr>
      <vt:lpstr>Learnings &amp; Future Scope</vt:lpstr>
      <vt:lpstr>Conclusion</vt:lpstr>
      <vt:lpstr>Contact</vt:lpstr>
      <vt:lpstr>Closing Quote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yashwanth chintu</dc:creator>
  <cp:keywords/>
  <dc:description>generated using python-pptx</dc:description>
  <cp:lastModifiedBy>yashwanth chintu</cp:lastModifiedBy>
  <cp:revision>2</cp:revision>
  <dcterms:created xsi:type="dcterms:W3CDTF">2013-01-27T09:14:16Z</dcterms:created>
  <dcterms:modified xsi:type="dcterms:W3CDTF">2025-11-15T19:15:41Z</dcterms:modified>
  <cp:category/>
</cp:coreProperties>
</file>